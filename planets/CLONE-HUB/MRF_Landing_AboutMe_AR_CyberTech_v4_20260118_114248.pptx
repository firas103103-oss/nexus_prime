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" b="1">
                <a:solidFill>
                  <a:srgbClr val="E6F0FA"/>
                </a:solidFill>
                <a:latin typeface="Noto Naskh Arabic"/>
              </a:rPr>
              <a:t>About mr.F (MRF103)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A0B9D2"/>
                </a:solidFill>
                <a:latin typeface="Noto Naskh Arabic"/>
              </a:rPr>
              <a:t>Landing One‑Pager | v4</a:t>
            </a:r>
          </a:p>
        </p:txBody>
      </p:sp>
      <p:pic>
        <p:nvPicPr>
          <p:cNvPr id="272" name="Picture 271" descr="portfolio_v2_mont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1520" y="1280160"/>
            <a:ext cx="5577840" cy="5120640"/>
          </a:xfrm>
          <a:prstGeom prst="rect">
            <a:avLst/>
          </a:prstGeom>
        </p:spPr>
      </p:pic>
      <p:sp>
        <p:nvSpPr>
          <p:cNvPr id="273" name="Rounded Rectangle 272"/>
          <p:cNvSpPr/>
          <p:nvPr/>
        </p:nvSpPr>
        <p:spPr>
          <a:xfrm>
            <a:off x="6492240" y="1417320"/>
            <a:ext cx="4846320" cy="128016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Rectangle 273"/>
          <p:cNvSpPr/>
          <p:nvPr/>
        </p:nvSpPr>
        <p:spPr>
          <a:xfrm>
            <a:off x="6492240" y="1417320"/>
            <a:ext cx="484632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5" name="TextBox 274"/>
          <p:cNvSpPr txBox="1"/>
          <p:nvPr/>
        </p:nvSpPr>
        <p:spPr>
          <a:xfrm>
            <a:off x="6720840" y="155448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من أنا؟</a:t>
            </a:r>
          </a:p>
        </p:txBody>
      </p:sp>
      <p:sp>
        <p:nvSpPr>
          <p:cNvPr id="276" name="TextBox 275"/>
          <p:cNvSpPr txBox="1"/>
          <p:nvPr/>
        </p:nvSpPr>
        <p:spPr>
          <a:xfrm>
            <a:off x="6720840" y="198424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مؤسس منظومة سيادية: تشغيل + حوكمة + قياس + محتوى</a:t>
            </a:r>
          </a:p>
        </p:txBody>
      </p:sp>
      <p:sp>
        <p:nvSpPr>
          <p:cNvPr id="277" name="Rounded Rectangle 276"/>
          <p:cNvSpPr/>
          <p:nvPr/>
        </p:nvSpPr>
        <p:spPr>
          <a:xfrm>
            <a:off x="6492240" y="2880360"/>
            <a:ext cx="4846320" cy="128016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Rectangle 277"/>
          <p:cNvSpPr/>
          <p:nvPr/>
        </p:nvSpPr>
        <p:spPr>
          <a:xfrm>
            <a:off x="6492240" y="2880360"/>
            <a:ext cx="484632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9" name="TextBox 278"/>
          <p:cNvSpPr txBox="1"/>
          <p:nvPr/>
        </p:nvSpPr>
        <p:spPr>
          <a:xfrm>
            <a:off x="6720840" y="301752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أبني ماذا؟</a:t>
            </a:r>
          </a:p>
        </p:txBody>
      </p:sp>
      <p:sp>
        <p:nvSpPr>
          <p:cNvPr id="280" name="TextBox 279"/>
          <p:cNvSpPr txBox="1"/>
          <p:nvPr/>
        </p:nvSpPr>
        <p:spPr>
          <a:xfrm>
            <a:off x="6720840" y="344728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SaaS + IoT + White‑Label + Publishing/IP</a:t>
            </a:r>
          </a:p>
        </p:txBody>
      </p:sp>
      <p:sp>
        <p:nvSpPr>
          <p:cNvPr id="281" name="Rounded Rectangle 280"/>
          <p:cNvSpPr/>
          <p:nvPr/>
        </p:nvSpPr>
        <p:spPr>
          <a:xfrm>
            <a:off x="6492240" y="4343400"/>
            <a:ext cx="4846320" cy="128016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Rectangle 281"/>
          <p:cNvSpPr/>
          <p:nvPr/>
        </p:nvSpPr>
        <p:spPr>
          <a:xfrm>
            <a:off x="6492240" y="4343400"/>
            <a:ext cx="484632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3" name="TextBox 282"/>
          <p:cNvSpPr txBox="1"/>
          <p:nvPr/>
        </p:nvSpPr>
        <p:spPr>
          <a:xfrm>
            <a:off x="6720840" y="4480560"/>
            <a:ext cx="438912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أبحث عن</a:t>
            </a:r>
          </a:p>
        </p:txBody>
      </p:sp>
      <p:sp>
        <p:nvSpPr>
          <p:cNvPr id="284" name="TextBox 283"/>
          <p:cNvSpPr txBox="1"/>
          <p:nvPr/>
        </p:nvSpPr>
        <p:spPr>
          <a:xfrm>
            <a:off x="6720840" y="4910328"/>
            <a:ext cx="43891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شريك طيار / شراكات / دعم استثماري</a:t>
            </a:r>
          </a:p>
        </p:txBody>
      </p:sp>
      <p:sp>
        <p:nvSpPr>
          <p:cNvPr id="285" name="Rectangle 284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Rectangle 285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7" name="TextBox 286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0B9D2"/>
                </a:solidFill>
                <a:latin typeface="Noto Naskh Arabic"/>
              </a:rPr>
              <a:t>MRF | Landing – v4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70C1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3200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3200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3200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Oval 5"/>
          <p:cNvSpPr/>
          <p:nvPr/>
        </p:nvSpPr>
        <p:spPr>
          <a:xfrm>
            <a:off x="3200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Oval 6"/>
          <p:cNvSpPr/>
          <p:nvPr/>
        </p:nvSpPr>
        <p:spPr>
          <a:xfrm>
            <a:off x="3200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Oval 7"/>
          <p:cNvSpPr/>
          <p:nvPr/>
        </p:nvSpPr>
        <p:spPr>
          <a:xfrm>
            <a:off x="3200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Oval 8"/>
          <p:cNvSpPr/>
          <p:nvPr/>
        </p:nvSpPr>
        <p:spPr>
          <a:xfrm>
            <a:off x="3200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Oval 9"/>
          <p:cNvSpPr/>
          <p:nvPr/>
        </p:nvSpPr>
        <p:spPr>
          <a:xfrm>
            <a:off x="3200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Oval 10"/>
          <p:cNvSpPr/>
          <p:nvPr/>
        </p:nvSpPr>
        <p:spPr>
          <a:xfrm>
            <a:off x="3200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Oval 11"/>
          <p:cNvSpPr/>
          <p:nvPr/>
        </p:nvSpPr>
        <p:spPr>
          <a:xfrm>
            <a:off x="3200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Oval 12"/>
          <p:cNvSpPr/>
          <p:nvPr/>
        </p:nvSpPr>
        <p:spPr>
          <a:xfrm>
            <a:off x="3200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Oval 13"/>
          <p:cNvSpPr/>
          <p:nvPr/>
        </p:nvSpPr>
        <p:spPr>
          <a:xfrm>
            <a:off x="8229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Oval 14"/>
          <p:cNvSpPr/>
          <p:nvPr/>
        </p:nvSpPr>
        <p:spPr>
          <a:xfrm>
            <a:off x="8229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Oval 15"/>
          <p:cNvSpPr/>
          <p:nvPr/>
        </p:nvSpPr>
        <p:spPr>
          <a:xfrm>
            <a:off x="8229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Oval 16"/>
          <p:cNvSpPr/>
          <p:nvPr/>
        </p:nvSpPr>
        <p:spPr>
          <a:xfrm>
            <a:off x="8229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Oval 17"/>
          <p:cNvSpPr/>
          <p:nvPr/>
        </p:nvSpPr>
        <p:spPr>
          <a:xfrm>
            <a:off x="8229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Oval 18"/>
          <p:cNvSpPr/>
          <p:nvPr/>
        </p:nvSpPr>
        <p:spPr>
          <a:xfrm>
            <a:off x="8229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Oval 19"/>
          <p:cNvSpPr/>
          <p:nvPr/>
        </p:nvSpPr>
        <p:spPr>
          <a:xfrm>
            <a:off x="8229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Oval 20"/>
          <p:cNvSpPr/>
          <p:nvPr/>
        </p:nvSpPr>
        <p:spPr>
          <a:xfrm>
            <a:off x="8229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Oval 21"/>
          <p:cNvSpPr/>
          <p:nvPr/>
        </p:nvSpPr>
        <p:spPr>
          <a:xfrm>
            <a:off x="8229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Oval 22"/>
          <p:cNvSpPr/>
          <p:nvPr/>
        </p:nvSpPr>
        <p:spPr>
          <a:xfrm>
            <a:off x="8229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Oval 23"/>
          <p:cNvSpPr/>
          <p:nvPr/>
        </p:nvSpPr>
        <p:spPr>
          <a:xfrm>
            <a:off x="8229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Oval 24"/>
          <p:cNvSpPr/>
          <p:nvPr/>
        </p:nvSpPr>
        <p:spPr>
          <a:xfrm>
            <a:off x="13258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Oval 25"/>
          <p:cNvSpPr/>
          <p:nvPr/>
        </p:nvSpPr>
        <p:spPr>
          <a:xfrm>
            <a:off x="13258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Oval 26"/>
          <p:cNvSpPr/>
          <p:nvPr/>
        </p:nvSpPr>
        <p:spPr>
          <a:xfrm>
            <a:off x="13258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Oval 27"/>
          <p:cNvSpPr/>
          <p:nvPr/>
        </p:nvSpPr>
        <p:spPr>
          <a:xfrm>
            <a:off x="13258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Oval 28"/>
          <p:cNvSpPr/>
          <p:nvPr/>
        </p:nvSpPr>
        <p:spPr>
          <a:xfrm>
            <a:off x="13258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Oval 29"/>
          <p:cNvSpPr/>
          <p:nvPr/>
        </p:nvSpPr>
        <p:spPr>
          <a:xfrm>
            <a:off x="13258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Oval 30"/>
          <p:cNvSpPr/>
          <p:nvPr/>
        </p:nvSpPr>
        <p:spPr>
          <a:xfrm>
            <a:off x="13258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2" name="Oval 31"/>
          <p:cNvSpPr/>
          <p:nvPr/>
        </p:nvSpPr>
        <p:spPr>
          <a:xfrm>
            <a:off x="13258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Oval 32"/>
          <p:cNvSpPr/>
          <p:nvPr/>
        </p:nvSpPr>
        <p:spPr>
          <a:xfrm>
            <a:off x="13258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Oval 33"/>
          <p:cNvSpPr/>
          <p:nvPr/>
        </p:nvSpPr>
        <p:spPr>
          <a:xfrm>
            <a:off x="13258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5" name="Oval 34"/>
          <p:cNvSpPr/>
          <p:nvPr/>
        </p:nvSpPr>
        <p:spPr>
          <a:xfrm>
            <a:off x="13258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Oval 35"/>
          <p:cNvSpPr/>
          <p:nvPr/>
        </p:nvSpPr>
        <p:spPr>
          <a:xfrm>
            <a:off x="18288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7" name="Oval 36"/>
          <p:cNvSpPr/>
          <p:nvPr/>
        </p:nvSpPr>
        <p:spPr>
          <a:xfrm>
            <a:off x="18288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8" name="Oval 37"/>
          <p:cNvSpPr/>
          <p:nvPr/>
        </p:nvSpPr>
        <p:spPr>
          <a:xfrm>
            <a:off x="18288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Oval 38"/>
          <p:cNvSpPr/>
          <p:nvPr/>
        </p:nvSpPr>
        <p:spPr>
          <a:xfrm>
            <a:off x="18288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Oval 39"/>
          <p:cNvSpPr/>
          <p:nvPr/>
        </p:nvSpPr>
        <p:spPr>
          <a:xfrm>
            <a:off x="18288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Oval 40"/>
          <p:cNvSpPr/>
          <p:nvPr/>
        </p:nvSpPr>
        <p:spPr>
          <a:xfrm>
            <a:off x="18288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Oval 41"/>
          <p:cNvSpPr/>
          <p:nvPr/>
        </p:nvSpPr>
        <p:spPr>
          <a:xfrm>
            <a:off x="18288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Oval 42"/>
          <p:cNvSpPr/>
          <p:nvPr/>
        </p:nvSpPr>
        <p:spPr>
          <a:xfrm>
            <a:off x="18288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4" name="Oval 43"/>
          <p:cNvSpPr/>
          <p:nvPr/>
        </p:nvSpPr>
        <p:spPr>
          <a:xfrm>
            <a:off x="18288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Oval 44"/>
          <p:cNvSpPr/>
          <p:nvPr/>
        </p:nvSpPr>
        <p:spPr>
          <a:xfrm>
            <a:off x="18288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Oval 45"/>
          <p:cNvSpPr/>
          <p:nvPr/>
        </p:nvSpPr>
        <p:spPr>
          <a:xfrm>
            <a:off x="18288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7" name="Oval 46"/>
          <p:cNvSpPr/>
          <p:nvPr/>
        </p:nvSpPr>
        <p:spPr>
          <a:xfrm>
            <a:off x="23317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Oval 47"/>
          <p:cNvSpPr/>
          <p:nvPr/>
        </p:nvSpPr>
        <p:spPr>
          <a:xfrm>
            <a:off x="23317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Oval 48"/>
          <p:cNvSpPr/>
          <p:nvPr/>
        </p:nvSpPr>
        <p:spPr>
          <a:xfrm>
            <a:off x="23317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Oval 49"/>
          <p:cNvSpPr/>
          <p:nvPr/>
        </p:nvSpPr>
        <p:spPr>
          <a:xfrm>
            <a:off x="23317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Oval 50"/>
          <p:cNvSpPr/>
          <p:nvPr/>
        </p:nvSpPr>
        <p:spPr>
          <a:xfrm>
            <a:off x="23317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Oval 51"/>
          <p:cNvSpPr/>
          <p:nvPr/>
        </p:nvSpPr>
        <p:spPr>
          <a:xfrm>
            <a:off x="23317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3" name="Oval 52"/>
          <p:cNvSpPr/>
          <p:nvPr/>
        </p:nvSpPr>
        <p:spPr>
          <a:xfrm>
            <a:off x="23317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Oval 53"/>
          <p:cNvSpPr/>
          <p:nvPr/>
        </p:nvSpPr>
        <p:spPr>
          <a:xfrm>
            <a:off x="23317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Oval 54"/>
          <p:cNvSpPr/>
          <p:nvPr/>
        </p:nvSpPr>
        <p:spPr>
          <a:xfrm>
            <a:off x="23317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Oval 55"/>
          <p:cNvSpPr/>
          <p:nvPr/>
        </p:nvSpPr>
        <p:spPr>
          <a:xfrm>
            <a:off x="23317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7" name="Oval 56"/>
          <p:cNvSpPr/>
          <p:nvPr/>
        </p:nvSpPr>
        <p:spPr>
          <a:xfrm>
            <a:off x="23317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Oval 57"/>
          <p:cNvSpPr/>
          <p:nvPr/>
        </p:nvSpPr>
        <p:spPr>
          <a:xfrm>
            <a:off x="28346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9" name="Oval 58"/>
          <p:cNvSpPr/>
          <p:nvPr/>
        </p:nvSpPr>
        <p:spPr>
          <a:xfrm>
            <a:off x="28346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Oval 59"/>
          <p:cNvSpPr/>
          <p:nvPr/>
        </p:nvSpPr>
        <p:spPr>
          <a:xfrm>
            <a:off x="28346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Oval 60"/>
          <p:cNvSpPr/>
          <p:nvPr/>
        </p:nvSpPr>
        <p:spPr>
          <a:xfrm>
            <a:off x="28346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Oval 61"/>
          <p:cNvSpPr/>
          <p:nvPr/>
        </p:nvSpPr>
        <p:spPr>
          <a:xfrm>
            <a:off x="28346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3" name="Oval 62"/>
          <p:cNvSpPr/>
          <p:nvPr/>
        </p:nvSpPr>
        <p:spPr>
          <a:xfrm>
            <a:off x="28346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Oval 63"/>
          <p:cNvSpPr/>
          <p:nvPr/>
        </p:nvSpPr>
        <p:spPr>
          <a:xfrm>
            <a:off x="28346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5" name="Oval 64"/>
          <p:cNvSpPr/>
          <p:nvPr/>
        </p:nvSpPr>
        <p:spPr>
          <a:xfrm>
            <a:off x="28346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Oval 65"/>
          <p:cNvSpPr/>
          <p:nvPr/>
        </p:nvSpPr>
        <p:spPr>
          <a:xfrm>
            <a:off x="28346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Oval 66"/>
          <p:cNvSpPr/>
          <p:nvPr/>
        </p:nvSpPr>
        <p:spPr>
          <a:xfrm>
            <a:off x="28346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Oval 67"/>
          <p:cNvSpPr/>
          <p:nvPr/>
        </p:nvSpPr>
        <p:spPr>
          <a:xfrm>
            <a:off x="28346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Oval 68"/>
          <p:cNvSpPr/>
          <p:nvPr/>
        </p:nvSpPr>
        <p:spPr>
          <a:xfrm>
            <a:off x="33375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Oval 69"/>
          <p:cNvSpPr/>
          <p:nvPr/>
        </p:nvSpPr>
        <p:spPr>
          <a:xfrm>
            <a:off x="33375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1" name="Oval 70"/>
          <p:cNvSpPr/>
          <p:nvPr/>
        </p:nvSpPr>
        <p:spPr>
          <a:xfrm>
            <a:off x="33375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2" name="Oval 71"/>
          <p:cNvSpPr/>
          <p:nvPr/>
        </p:nvSpPr>
        <p:spPr>
          <a:xfrm>
            <a:off x="33375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Oval 72"/>
          <p:cNvSpPr/>
          <p:nvPr/>
        </p:nvSpPr>
        <p:spPr>
          <a:xfrm>
            <a:off x="33375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4" name="Oval 73"/>
          <p:cNvSpPr/>
          <p:nvPr/>
        </p:nvSpPr>
        <p:spPr>
          <a:xfrm>
            <a:off x="33375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5" name="Oval 74"/>
          <p:cNvSpPr/>
          <p:nvPr/>
        </p:nvSpPr>
        <p:spPr>
          <a:xfrm>
            <a:off x="33375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Oval 75"/>
          <p:cNvSpPr/>
          <p:nvPr/>
        </p:nvSpPr>
        <p:spPr>
          <a:xfrm>
            <a:off x="33375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7" name="Oval 76"/>
          <p:cNvSpPr/>
          <p:nvPr/>
        </p:nvSpPr>
        <p:spPr>
          <a:xfrm>
            <a:off x="33375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8" name="Oval 77"/>
          <p:cNvSpPr/>
          <p:nvPr/>
        </p:nvSpPr>
        <p:spPr>
          <a:xfrm>
            <a:off x="33375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9" name="Oval 78"/>
          <p:cNvSpPr/>
          <p:nvPr/>
        </p:nvSpPr>
        <p:spPr>
          <a:xfrm>
            <a:off x="33375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0" name="Oval 79"/>
          <p:cNvSpPr/>
          <p:nvPr/>
        </p:nvSpPr>
        <p:spPr>
          <a:xfrm>
            <a:off x="38404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1" name="Oval 80"/>
          <p:cNvSpPr/>
          <p:nvPr/>
        </p:nvSpPr>
        <p:spPr>
          <a:xfrm>
            <a:off x="38404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2" name="Oval 81"/>
          <p:cNvSpPr/>
          <p:nvPr/>
        </p:nvSpPr>
        <p:spPr>
          <a:xfrm>
            <a:off x="38404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3" name="Oval 82"/>
          <p:cNvSpPr/>
          <p:nvPr/>
        </p:nvSpPr>
        <p:spPr>
          <a:xfrm>
            <a:off x="38404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4" name="Oval 83"/>
          <p:cNvSpPr/>
          <p:nvPr/>
        </p:nvSpPr>
        <p:spPr>
          <a:xfrm>
            <a:off x="38404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5" name="Oval 84"/>
          <p:cNvSpPr/>
          <p:nvPr/>
        </p:nvSpPr>
        <p:spPr>
          <a:xfrm>
            <a:off x="38404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6" name="Oval 85"/>
          <p:cNvSpPr/>
          <p:nvPr/>
        </p:nvSpPr>
        <p:spPr>
          <a:xfrm>
            <a:off x="38404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7" name="Oval 86"/>
          <p:cNvSpPr/>
          <p:nvPr/>
        </p:nvSpPr>
        <p:spPr>
          <a:xfrm>
            <a:off x="38404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8" name="Oval 87"/>
          <p:cNvSpPr/>
          <p:nvPr/>
        </p:nvSpPr>
        <p:spPr>
          <a:xfrm>
            <a:off x="38404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9" name="Oval 88"/>
          <p:cNvSpPr/>
          <p:nvPr/>
        </p:nvSpPr>
        <p:spPr>
          <a:xfrm>
            <a:off x="38404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0" name="Oval 89"/>
          <p:cNvSpPr/>
          <p:nvPr/>
        </p:nvSpPr>
        <p:spPr>
          <a:xfrm>
            <a:off x="38404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1" name="Oval 90"/>
          <p:cNvSpPr/>
          <p:nvPr/>
        </p:nvSpPr>
        <p:spPr>
          <a:xfrm>
            <a:off x="43434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2" name="Oval 91"/>
          <p:cNvSpPr/>
          <p:nvPr/>
        </p:nvSpPr>
        <p:spPr>
          <a:xfrm>
            <a:off x="43434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3" name="Oval 92"/>
          <p:cNvSpPr/>
          <p:nvPr/>
        </p:nvSpPr>
        <p:spPr>
          <a:xfrm>
            <a:off x="43434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4" name="Oval 93"/>
          <p:cNvSpPr/>
          <p:nvPr/>
        </p:nvSpPr>
        <p:spPr>
          <a:xfrm>
            <a:off x="43434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5" name="Oval 94"/>
          <p:cNvSpPr/>
          <p:nvPr/>
        </p:nvSpPr>
        <p:spPr>
          <a:xfrm>
            <a:off x="43434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6" name="Oval 95"/>
          <p:cNvSpPr/>
          <p:nvPr/>
        </p:nvSpPr>
        <p:spPr>
          <a:xfrm>
            <a:off x="43434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7" name="Oval 96"/>
          <p:cNvSpPr/>
          <p:nvPr/>
        </p:nvSpPr>
        <p:spPr>
          <a:xfrm>
            <a:off x="43434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8" name="Oval 97"/>
          <p:cNvSpPr/>
          <p:nvPr/>
        </p:nvSpPr>
        <p:spPr>
          <a:xfrm>
            <a:off x="43434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9" name="Oval 98"/>
          <p:cNvSpPr/>
          <p:nvPr/>
        </p:nvSpPr>
        <p:spPr>
          <a:xfrm>
            <a:off x="43434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0" name="Oval 99"/>
          <p:cNvSpPr/>
          <p:nvPr/>
        </p:nvSpPr>
        <p:spPr>
          <a:xfrm>
            <a:off x="43434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1" name="Oval 100"/>
          <p:cNvSpPr/>
          <p:nvPr/>
        </p:nvSpPr>
        <p:spPr>
          <a:xfrm>
            <a:off x="43434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2" name="Oval 101"/>
          <p:cNvSpPr/>
          <p:nvPr/>
        </p:nvSpPr>
        <p:spPr>
          <a:xfrm>
            <a:off x="48463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3" name="Oval 102"/>
          <p:cNvSpPr/>
          <p:nvPr/>
        </p:nvSpPr>
        <p:spPr>
          <a:xfrm>
            <a:off x="48463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4" name="Oval 103"/>
          <p:cNvSpPr/>
          <p:nvPr/>
        </p:nvSpPr>
        <p:spPr>
          <a:xfrm>
            <a:off x="48463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5" name="Oval 104"/>
          <p:cNvSpPr/>
          <p:nvPr/>
        </p:nvSpPr>
        <p:spPr>
          <a:xfrm>
            <a:off x="48463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6" name="Oval 105"/>
          <p:cNvSpPr/>
          <p:nvPr/>
        </p:nvSpPr>
        <p:spPr>
          <a:xfrm>
            <a:off x="48463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7" name="Oval 106"/>
          <p:cNvSpPr/>
          <p:nvPr/>
        </p:nvSpPr>
        <p:spPr>
          <a:xfrm>
            <a:off x="48463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8" name="Oval 107"/>
          <p:cNvSpPr/>
          <p:nvPr/>
        </p:nvSpPr>
        <p:spPr>
          <a:xfrm>
            <a:off x="48463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9" name="Oval 108"/>
          <p:cNvSpPr/>
          <p:nvPr/>
        </p:nvSpPr>
        <p:spPr>
          <a:xfrm>
            <a:off x="48463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0" name="Oval 109"/>
          <p:cNvSpPr/>
          <p:nvPr/>
        </p:nvSpPr>
        <p:spPr>
          <a:xfrm>
            <a:off x="48463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1" name="Oval 110"/>
          <p:cNvSpPr/>
          <p:nvPr/>
        </p:nvSpPr>
        <p:spPr>
          <a:xfrm>
            <a:off x="48463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2" name="Oval 111"/>
          <p:cNvSpPr/>
          <p:nvPr/>
        </p:nvSpPr>
        <p:spPr>
          <a:xfrm>
            <a:off x="48463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3" name="Oval 112"/>
          <p:cNvSpPr/>
          <p:nvPr/>
        </p:nvSpPr>
        <p:spPr>
          <a:xfrm>
            <a:off x="53492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4" name="Oval 113"/>
          <p:cNvSpPr/>
          <p:nvPr/>
        </p:nvSpPr>
        <p:spPr>
          <a:xfrm>
            <a:off x="53492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5" name="Oval 114"/>
          <p:cNvSpPr/>
          <p:nvPr/>
        </p:nvSpPr>
        <p:spPr>
          <a:xfrm>
            <a:off x="53492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6" name="Oval 115"/>
          <p:cNvSpPr/>
          <p:nvPr/>
        </p:nvSpPr>
        <p:spPr>
          <a:xfrm>
            <a:off x="53492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7" name="Oval 116"/>
          <p:cNvSpPr/>
          <p:nvPr/>
        </p:nvSpPr>
        <p:spPr>
          <a:xfrm>
            <a:off x="53492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8" name="Oval 117"/>
          <p:cNvSpPr/>
          <p:nvPr/>
        </p:nvSpPr>
        <p:spPr>
          <a:xfrm>
            <a:off x="53492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9" name="Oval 118"/>
          <p:cNvSpPr/>
          <p:nvPr/>
        </p:nvSpPr>
        <p:spPr>
          <a:xfrm>
            <a:off x="53492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0" name="Oval 119"/>
          <p:cNvSpPr/>
          <p:nvPr/>
        </p:nvSpPr>
        <p:spPr>
          <a:xfrm>
            <a:off x="53492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Oval 120"/>
          <p:cNvSpPr/>
          <p:nvPr/>
        </p:nvSpPr>
        <p:spPr>
          <a:xfrm>
            <a:off x="53492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2" name="Oval 121"/>
          <p:cNvSpPr/>
          <p:nvPr/>
        </p:nvSpPr>
        <p:spPr>
          <a:xfrm>
            <a:off x="53492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3" name="Oval 122"/>
          <p:cNvSpPr/>
          <p:nvPr/>
        </p:nvSpPr>
        <p:spPr>
          <a:xfrm>
            <a:off x="53492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Oval 123"/>
          <p:cNvSpPr/>
          <p:nvPr/>
        </p:nvSpPr>
        <p:spPr>
          <a:xfrm>
            <a:off x="58521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5" name="Oval 124"/>
          <p:cNvSpPr/>
          <p:nvPr/>
        </p:nvSpPr>
        <p:spPr>
          <a:xfrm>
            <a:off x="58521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6" name="Oval 125"/>
          <p:cNvSpPr/>
          <p:nvPr/>
        </p:nvSpPr>
        <p:spPr>
          <a:xfrm>
            <a:off x="58521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Oval 126"/>
          <p:cNvSpPr/>
          <p:nvPr/>
        </p:nvSpPr>
        <p:spPr>
          <a:xfrm>
            <a:off x="58521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8" name="Oval 127"/>
          <p:cNvSpPr/>
          <p:nvPr/>
        </p:nvSpPr>
        <p:spPr>
          <a:xfrm>
            <a:off x="58521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9" name="Oval 128"/>
          <p:cNvSpPr/>
          <p:nvPr/>
        </p:nvSpPr>
        <p:spPr>
          <a:xfrm>
            <a:off x="58521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Oval 129"/>
          <p:cNvSpPr/>
          <p:nvPr/>
        </p:nvSpPr>
        <p:spPr>
          <a:xfrm>
            <a:off x="58521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1" name="Oval 130"/>
          <p:cNvSpPr/>
          <p:nvPr/>
        </p:nvSpPr>
        <p:spPr>
          <a:xfrm>
            <a:off x="58521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2" name="Oval 131"/>
          <p:cNvSpPr/>
          <p:nvPr/>
        </p:nvSpPr>
        <p:spPr>
          <a:xfrm>
            <a:off x="58521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3" name="Oval 132"/>
          <p:cNvSpPr/>
          <p:nvPr/>
        </p:nvSpPr>
        <p:spPr>
          <a:xfrm>
            <a:off x="58521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4" name="Oval 133"/>
          <p:cNvSpPr/>
          <p:nvPr/>
        </p:nvSpPr>
        <p:spPr>
          <a:xfrm>
            <a:off x="58521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5" name="Oval 134"/>
          <p:cNvSpPr/>
          <p:nvPr/>
        </p:nvSpPr>
        <p:spPr>
          <a:xfrm>
            <a:off x="63550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6" name="Oval 135"/>
          <p:cNvSpPr/>
          <p:nvPr/>
        </p:nvSpPr>
        <p:spPr>
          <a:xfrm>
            <a:off x="63550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7" name="Oval 136"/>
          <p:cNvSpPr/>
          <p:nvPr/>
        </p:nvSpPr>
        <p:spPr>
          <a:xfrm>
            <a:off x="63550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8" name="Oval 137"/>
          <p:cNvSpPr/>
          <p:nvPr/>
        </p:nvSpPr>
        <p:spPr>
          <a:xfrm>
            <a:off x="63550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9" name="Oval 138"/>
          <p:cNvSpPr/>
          <p:nvPr/>
        </p:nvSpPr>
        <p:spPr>
          <a:xfrm>
            <a:off x="63550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0" name="Oval 139"/>
          <p:cNvSpPr/>
          <p:nvPr/>
        </p:nvSpPr>
        <p:spPr>
          <a:xfrm>
            <a:off x="63550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1" name="Oval 140"/>
          <p:cNvSpPr/>
          <p:nvPr/>
        </p:nvSpPr>
        <p:spPr>
          <a:xfrm>
            <a:off x="63550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2" name="Oval 141"/>
          <p:cNvSpPr/>
          <p:nvPr/>
        </p:nvSpPr>
        <p:spPr>
          <a:xfrm>
            <a:off x="63550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3" name="Oval 142"/>
          <p:cNvSpPr/>
          <p:nvPr/>
        </p:nvSpPr>
        <p:spPr>
          <a:xfrm>
            <a:off x="63550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4" name="Oval 143"/>
          <p:cNvSpPr/>
          <p:nvPr/>
        </p:nvSpPr>
        <p:spPr>
          <a:xfrm>
            <a:off x="63550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5" name="Oval 144"/>
          <p:cNvSpPr/>
          <p:nvPr/>
        </p:nvSpPr>
        <p:spPr>
          <a:xfrm>
            <a:off x="63550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6" name="Oval 145"/>
          <p:cNvSpPr/>
          <p:nvPr/>
        </p:nvSpPr>
        <p:spPr>
          <a:xfrm>
            <a:off x="68580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7" name="Oval 146"/>
          <p:cNvSpPr/>
          <p:nvPr/>
        </p:nvSpPr>
        <p:spPr>
          <a:xfrm>
            <a:off x="68580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8" name="Oval 147"/>
          <p:cNvSpPr/>
          <p:nvPr/>
        </p:nvSpPr>
        <p:spPr>
          <a:xfrm>
            <a:off x="68580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9" name="Oval 148"/>
          <p:cNvSpPr/>
          <p:nvPr/>
        </p:nvSpPr>
        <p:spPr>
          <a:xfrm>
            <a:off x="68580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0" name="Oval 149"/>
          <p:cNvSpPr/>
          <p:nvPr/>
        </p:nvSpPr>
        <p:spPr>
          <a:xfrm>
            <a:off x="68580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1" name="Oval 150"/>
          <p:cNvSpPr/>
          <p:nvPr/>
        </p:nvSpPr>
        <p:spPr>
          <a:xfrm>
            <a:off x="68580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2" name="Oval 151"/>
          <p:cNvSpPr/>
          <p:nvPr/>
        </p:nvSpPr>
        <p:spPr>
          <a:xfrm>
            <a:off x="68580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3" name="Oval 152"/>
          <p:cNvSpPr/>
          <p:nvPr/>
        </p:nvSpPr>
        <p:spPr>
          <a:xfrm>
            <a:off x="68580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4" name="Oval 153"/>
          <p:cNvSpPr/>
          <p:nvPr/>
        </p:nvSpPr>
        <p:spPr>
          <a:xfrm>
            <a:off x="68580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5" name="Oval 154"/>
          <p:cNvSpPr/>
          <p:nvPr/>
        </p:nvSpPr>
        <p:spPr>
          <a:xfrm>
            <a:off x="68580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Oval 155"/>
          <p:cNvSpPr/>
          <p:nvPr/>
        </p:nvSpPr>
        <p:spPr>
          <a:xfrm>
            <a:off x="68580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7" name="Oval 156"/>
          <p:cNvSpPr/>
          <p:nvPr/>
        </p:nvSpPr>
        <p:spPr>
          <a:xfrm>
            <a:off x="73609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8" name="Oval 157"/>
          <p:cNvSpPr/>
          <p:nvPr/>
        </p:nvSpPr>
        <p:spPr>
          <a:xfrm>
            <a:off x="73609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9" name="Oval 158"/>
          <p:cNvSpPr/>
          <p:nvPr/>
        </p:nvSpPr>
        <p:spPr>
          <a:xfrm>
            <a:off x="73609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0" name="Oval 159"/>
          <p:cNvSpPr/>
          <p:nvPr/>
        </p:nvSpPr>
        <p:spPr>
          <a:xfrm>
            <a:off x="73609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1" name="Oval 160"/>
          <p:cNvSpPr/>
          <p:nvPr/>
        </p:nvSpPr>
        <p:spPr>
          <a:xfrm>
            <a:off x="73609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2" name="Oval 161"/>
          <p:cNvSpPr/>
          <p:nvPr/>
        </p:nvSpPr>
        <p:spPr>
          <a:xfrm>
            <a:off x="73609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3" name="Oval 162"/>
          <p:cNvSpPr/>
          <p:nvPr/>
        </p:nvSpPr>
        <p:spPr>
          <a:xfrm>
            <a:off x="73609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4" name="Oval 163"/>
          <p:cNvSpPr/>
          <p:nvPr/>
        </p:nvSpPr>
        <p:spPr>
          <a:xfrm>
            <a:off x="73609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5" name="Oval 164"/>
          <p:cNvSpPr/>
          <p:nvPr/>
        </p:nvSpPr>
        <p:spPr>
          <a:xfrm>
            <a:off x="73609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6" name="Oval 165"/>
          <p:cNvSpPr/>
          <p:nvPr/>
        </p:nvSpPr>
        <p:spPr>
          <a:xfrm>
            <a:off x="73609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7" name="Oval 166"/>
          <p:cNvSpPr/>
          <p:nvPr/>
        </p:nvSpPr>
        <p:spPr>
          <a:xfrm>
            <a:off x="73609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8" name="Oval 167"/>
          <p:cNvSpPr/>
          <p:nvPr/>
        </p:nvSpPr>
        <p:spPr>
          <a:xfrm>
            <a:off x="78638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9" name="Oval 168"/>
          <p:cNvSpPr/>
          <p:nvPr/>
        </p:nvSpPr>
        <p:spPr>
          <a:xfrm>
            <a:off x="78638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0" name="Oval 169"/>
          <p:cNvSpPr/>
          <p:nvPr/>
        </p:nvSpPr>
        <p:spPr>
          <a:xfrm>
            <a:off x="78638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1" name="Oval 170"/>
          <p:cNvSpPr/>
          <p:nvPr/>
        </p:nvSpPr>
        <p:spPr>
          <a:xfrm>
            <a:off x="78638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2" name="Oval 171"/>
          <p:cNvSpPr/>
          <p:nvPr/>
        </p:nvSpPr>
        <p:spPr>
          <a:xfrm>
            <a:off x="78638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3" name="Oval 172"/>
          <p:cNvSpPr/>
          <p:nvPr/>
        </p:nvSpPr>
        <p:spPr>
          <a:xfrm>
            <a:off x="78638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4" name="Oval 173"/>
          <p:cNvSpPr/>
          <p:nvPr/>
        </p:nvSpPr>
        <p:spPr>
          <a:xfrm>
            <a:off x="78638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5" name="Oval 174"/>
          <p:cNvSpPr/>
          <p:nvPr/>
        </p:nvSpPr>
        <p:spPr>
          <a:xfrm>
            <a:off x="78638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6" name="Oval 175"/>
          <p:cNvSpPr/>
          <p:nvPr/>
        </p:nvSpPr>
        <p:spPr>
          <a:xfrm>
            <a:off x="78638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7" name="Oval 176"/>
          <p:cNvSpPr/>
          <p:nvPr/>
        </p:nvSpPr>
        <p:spPr>
          <a:xfrm>
            <a:off x="78638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8" name="Oval 177"/>
          <p:cNvSpPr/>
          <p:nvPr/>
        </p:nvSpPr>
        <p:spPr>
          <a:xfrm>
            <a:off x="78638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9" name="Oval 178"/>
          <p:cNvSpPr/>
          <p:nvPr/>
        </p:nvSpPr>
        <p:spPr>
          <a:xfrm>
            <a:off x="83667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0" name="Oval 179"/>
          <p:cNvSpPr/>
          <p:nvPr/>
        </p:nvSpPr>
        <p:spPr>
          <a:xfrm>
            <a:off x="83667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1" name="Oval 180"/>
          <p:cNvSpPr/>
          <p:nvPr/>
        </p:nvSpPr>
        <p:spPr>
          <a:xfrm>
            <a:off x="83667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2" name="Oval 181"/>
          <p:cNvSpPr/>
          <p:nvPr/>
        </p:nvSpPr>
        <p:spPr>
          <a:xfrm>
            <a:off x="83667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3" name="Oval 182"/>
          <p:cNvSpPr/>
          <p:nvPr/>
        </p:nvSpPr>
        <p:spPr>
          <a:xfrm>
            <a:off x="83667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4" name="Oval 183"/>
          <p:cNvSpPr/>
          <p:nvPr/>
        </p:nvSpPr>
        <p:spPr>
          <a:xfrm>
            <a:off x="83667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5" name="Oval 184"/>
          <p:cNvSpPr/>
          <p:nvPr/>
        </p:nvSpPr>
        <p:spPr>
          <a:xfrm>
            <a:off x="83667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6" name="Oval 185"/>
          <p:cNvSpPr/>
          <p:nvPr/>
        </p:nvSpPr>
        <p:spPr>
          <a:xfrm>
            <a:off x="83667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7" name="Oval 186"/>
          <p:cNvSpPr/>
          <p:nvPr/>
        </p:nvSpPr>
        <p:spPr>
          <a:xfrm>
            <a:off x="83667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8" name="Oval 187"/>
          <p:cNvSpPr/>
          <p:nvPr/>
        </p:nvSpPr>
        <p:spPr>
          <a:xfrm>
            <a:off x="83667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9" name="Oval 188"/>
          <p:cNvSpPr/>
          <p:nvPr/>
        </p:nvSpPr>
        <p:spPr>
          <a:xfrm>
            <a:off x="83667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0" name="Oval 189"/>
          <p:cNvSpPr/>
          <p:nvPr/>
        </p:nvSpPr>
        <p:spPr>
          <a:xfrm>
            <a:off x="88696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1" name="Oval 190"/>
          <p:cNvSpPr/>
          <p:nvPr/>
        </p:nvSpPr>
        <p:spPr>
          <a:xfrm>
            <a:off x="88696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2" name="Oval 191"/>
          <p:cNvSpPr/>
          <p:nvPr/>
        </p:nvSpPr>
        <p:spPr>
          <a:xfrm>
            <a:off x="88696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3" name="Oval 192"/>
          <p:cNvSpPr/>
          <p:nvPr/>
        </p:nvSpPr>
        <p:spPr>
          <a:xfrm>
            <a:off x="88696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4" name="Oval 193"/>
          <p:cNvSpPr/>
          <p:nvPr/>
        </p:nvSpPr>
        <p:spPr>
          <a:xfrm>
            <a:off x="88696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5" name="Oval 194"/>
          <p:cNvSpPr/>
          <p:nvPr/>
        </p:nvSpPr>
        <p:spPr>
          <a:xfrm>
            <a:off x="88696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6" name="Oval 195"/>
          <p:cNvSpPr/>
          <p:nvPr/>
        </p:nvSpPr>
        <p:spPr>
          <a:xfrm>
            <a:off x="88696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7" name="Oval 196"/>
          <p:cNvSpPr/>
          <p:nvPr/>
        </p:nvSpPr>
        <p:spPr>
          <a:xfrm>
            <a:off x="88696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8" name="Oval 197"/>
          <p:cNvSpPr/>
          <p:nvPr/>
        </p:nvSpPr>
        <p:spPr>
          <a:xfrm>
            <a:off x="88696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9" name="Oval 198"/>
          <p:cNvSpPr/>
          <p:nvPr/>
        </p:nvSpPr>
        <p:spPr>
          <a:xfrm>
            <a:off x="88696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0" name="Oval 199"/>
          <p:cNvSpPr/>
          <p:nvPr/>
        </p:nvSpPr>
        <p:spPr>
          <a:xfrm>
            <a:off x="88696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1" name="Oval 200"/>
          <p:cNvSpPr/>
          <p:nvPr/>
        </p:nvSpPr>
        <p:spPr>
          <a:xfrm>
            <a:off x="93726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2" name="Oval 201"/>
          <p:cNvSpPr/>
          <p:nvPr/>
        </p:nvSpPr>
        <p:spPr>
          <a:xfrm>
            <a:off x="93726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3" name="Oval 202"/>
          <p:cNvSpPr/>
          <p:nvPr/>
        </p:nvSpPr>
        <p:spPr>
          <a:xfrm>
            <a:off x="93726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4" name="Oval 203"/>
          <p:cNvSpPr/>
          <p:nvPr/>
        </p:nvSpPr>
        <p:spPr>
          <a:xfrm>
            <a:off x="93726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5" name="Oval 204"/>
          <p:cNvSpPr/>
          <p:nvPr/>
        </p:nvSpPr>
        <p:spPr>
          <a:xfrm>
            <a:off x="93726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6" name="Oval 205"/>
          <p:cNvSpPr/>
          <p:nvPr/>
        </p:nvSpPr>
        <p:spPr>
          <a:xfrm>
            <a:off x="93726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7" name="Oval 206"/>
          <p:cNvSpPr/>
          <p:nvPr/>
        </p:nvSpPr>
        <p:spPr>
          <a:xfrm>
            <a:off x="93726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8" name="Oval 207"/>
          <p:cNvSpPr/>
          <p:nvPr/>
        </p:nvSpPr>
        <p:spPr>
          <a:xfrm>
            <a:off x="93726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9" name="Oval 208"/>
          <p:cNvSpPr/>
          <p:nvPr/>
        </p:nvSpPr>
        <p:spPr>
          <a:xfrm>
            <a:off x="93726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0" name="Oval 209"/>
          <p:cNvSpPr/>
          <p:nvPr/>
        </p:nvSpPr>
        <p:spPr>
          <a:xfrm>
            <a:off x="93726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1" name="Oval 210"/>
          <p:cNvSpPr/>
          <p:nvPr/>
        </p:nvSpPr>
        <p:spPr>
          <a:xfrm>
            <a:off x="93726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2" name="Oval 211"/>
          <p:cNvSpPr/>
          <p:nvPr/>
        </p:nvSpPr>
        <p:spPr>
          <a:xfrm>
            <a:off x="987552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3" name="Oval 212"/>
          <p:cNvSpPr/>
          <p:nvPr/>
        </p:nvSpPr>
        <p:spPr>
          <a:xfrm>
            <a:off x="987552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4" name="Oval 213"/>
          <p:cNvSpPr/>
          <p:nvPr/>
        </p:nvSpPr>
        <p:spPr>
          <a:xfrm>
            <a:off x="987552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5" name="Oval 214"/>
          <p:cNvSpPr/>
          <p:nvPr/>
        </p:nvSpPr>
        <p:spPr>
          <a:xfrm>
            <a:off x="987552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6" name="Oval 215"/>
          <p:cNvSpPr/>
          <p:nvPr/>
        </p:nvSpPr>
        <p:spPr>
          <a:xfrm>
            <a:off x="987552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7" name="Oval 216"/>
          <p:cNvSpPr/>
          <p:nvPr/>
        </p:nvSpPr>
        <p:spPr>
          <a:xfrm>
            <a:off x="987552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8" name="Oval 217"/>
          <p:cNvSpPr/>
          <p:nvPr/>
        </p:nvSpPr>
        <p:spPr>
          <a:xfrm>
            <a:off x="987552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9" name="Oval 218"/>
          <p:cNvSpPr/>
          <p:nvPr/>
        </p:nvSpPr>
        <p:spPr>
          <a:xfrm>
            <a:off x="987552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0" name="Oval 219"/>
          <p:cNvSpPr/>
          <p:nvPr/>
        </p:nvSpPr>
        <p:spPr>
          <a:xfrm>
            <a:off x="987552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1" name="Oval 220"/>
          <p:cNvSpPr/>
          <p:nvPr/>
        </p:nvSpPr>
        <p:spPr>
          <a:xfrm>
            <a:off x="987552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2" name="Oval 221"/>
          <p:cNvSpPr/>
          <p:nvPr/>
        </p:nvSpPr>
        <p:spPr>
          <a:xfrm>
            <a:off x="987552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3" name="Oval 222"/>
          <p:cNvSpPr/>
          <p:nvPr/>
        </p:nvSpPr>
        <p:spPr>
          <a:xfrm>
            <a:off x="1037844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4" name="Oval 223"/>
          <p:cNvSpPr/>
          <p:nvPr/>
        </p:nvSpPr>
        <p:spPr>
          <a:xfrm>
            <a:off x="1037844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5" name="Oval 224"/>
          <p:cNvSpPr/>
          <p:nvPr/>
        </p:nvSpPr>
        <p:spPr>
          <a:xfrm>
            <a:off x="1037844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6" name="Oval 225"/>
          <p:cNvSpPr/>
          <p:nvPr/>
        </p:nvSpPr>
        <p:spPr>
          <a:xfrm>
            <a:off x="1037844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7" name="Oval 226"/>
          <p:cNvSpPr/>
          <p:nvPr/>
        </p:nvSpPr>
        <p:spPr>
          <a:xfrm>
            <a:off x="1037844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8" name="Oval 227"/>
          <p:cNvSpPr/>
          <p:nvPr/>
        </p:nvSpPr>
        <p:spPr>
          <a:xfrm>
            <a:off x="1037844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9" name="Oval 228"/>
          <p:cNvSpPr/>
          <p:nvPr/>
        </p:nvSpPr>
        <p:spPr>
          <a:xfrm>
            <a:off x="1037844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0" name="Oval 229"/>
          <p:cNvSpPr/>
          <p:nvPr/>
        </p:nvSpPr>
        <p:spPr>
          <a:xfrm>
            <a:off x="1037844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1" name="Oval 230"/>
          <p:cNvSpPr/>
          <p:nvPr/>
        </p:nvSpPr>
        <p:spPr>
          <a:xfrm>
            <a:off x="1037844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2" name="Oval 231"/>
          <p:cNvSpPr/>
          <p:nvPr/>
        </p:nvSpPr>
        <p:spPr>
          <a:xfrm>
            <a:off x="1037844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3" name="Oval 232"/>
          <p:cNvSpPr/>
          <p:nvPr/>
        </p:nvSpPr>
        <p:spPr>
          <a:xfrm>
            <a:off x="1037844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4" name="Oval 233"/>
          <p:cNvSpPr/>
          <p:nvPr/>
        </p:nvSpPr>
        <p:spPr>
          <a:xfrm>
            <a:off x="1088136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5" name="Oval 234"/>
          <p:cNvSpPr/>
          <p:nvPr/>
        </p:nvSpPr>
        <p:spPr>
          <a:xfrm>
            <a:off x="1088136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6" name="Oval 235"/>
          <p:cNvSpPr/>
          <p:nvPr/>
        </p:nvSpPr>
        <p:spPr>
          <a:xfrm>
            <a:off x="1088136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7" name="Oval 236"/>
          <p:cNvSpPr/>
          <p:nvPr/>
        </p:nvSpPr>
        <p:spPr>
          <a:xfrm>
            <a:off x="1088136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8" name="Oval 237"/>
          <p:cNvSpPr/>
          <p:nvPr/>
        </p:nvSpPr>
        <p:spPr>
          <a:xfrm>
            <a:off x="1088136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9" name="Oval 238"/>
          <p:cNvSpPr/>
          <p:nvPr/>
        </p:nvSpPr>
        <p:spPr>
          <a:xfrm>
            <a:off x="1088136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0" name="Oval 239"/>
          <p:cNvSpPr/>
          <p:nvPr/>
        </p:nvSpPr>
        <p:spPr>
          <a:xfrm>
            <a:off x="1088136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1" name="Oval 240"/>
          <p:cNvSpPr/>
          <p:nvPr/>
        </p:nvSpPr>
        <p:spPr>
          <a:xfrm>
            <a:off x="1088136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2" name="Oval 241"/>
          <p:cNvSpPr/>
          <p:nvPr/>
        </p:nvSpPr>
        <p:spPr>
          <a:xfrm>
            <a:off x="1088136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3" name="Oval 242"/>
          <p:cNvSpPr/>
          <p:nvPr/>
        </p:nvSpPr>
        <p:spPr>
          <a:xfrm>
            <a:off x="1088136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4" name="Oval 243"/>
          <p:cNvSpPr/>
          <p:nvPr/>
        </p:nvSpPr>
        <p:spPr>
          <a:xfrm>
            <a:off x="1088136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5" name="Oval 244"/>
          <p:cNvSpPr/>
          <p:nvPr/>
        </p:nvSpPr>
        <p:spPr>
          <a:xfrm>
            <a:off x="1138428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6" name="Oval 245"/>
          <p:cNvSpPr/>
          <p:nvPr/>
        </p:nvSpPr>
        <p:spPr>
          <a:xfrm>
            <a:off x="1138428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7" name="Oval 246"/>
          <p:cNvSpPr/>
          <p:nvPr/>
        </p:nvSpPr>
        <p:spPr>
          <a:xfrm>
            <a:off x="1138428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8" name="Oval 247"/>
          <p:cNvSpPr/>
          <p:nvPr/>
        </p:nvSpPr>
        <p:spPr>
          <a:xfrm>
            <a:off x="1138428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9" name="Oval 248"/>
          <p:cNvSpPr/>
          <p:nvPr/>
        </p:nvSpPr>
        <p:spPr>
          <a:xfrm>
            <a:off x="1138428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0" name="Oval 249"/>
          <p:cNvSpPr/>
          <p:nvPr/>
        </p:nvSpPr>
        <p:spPr>
          <a:xfrm>
            <a:off x="1138428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1" name="Oval 250"/>
          <p:cNvSpPr/>
          <p:nvPr/>
        </p:nvSpPr>
        <p:spPr>
          <a:xfrm>
            <a:off x="1138428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2" name="Oval 251"/>
          <p:cNvSpPr/>
          <p:nvPr/>
        </p:nvSpPr>
        <p:spPr>
          <a:xfrm>
            <a:off x="1138428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3" name="Oval 252"/>
          <p:cNvSpPr/>
          <p:nvPr/>
        </p:nvSpPr>
        <p:spPr>
          <a:xfrm>
            <a:off x="1138428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4" name="Oval 253"/>
          <p:cNvSpPr/>
          <p:nvPr/>
        </p:nvSpPr>
        <p:spPr>
          <a:xfrm>
            <a:off x="1138428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5" name="Oval 254"/>
          <p:cNvSpPr/>
          <p:nvPr/>
        </p:nvSpPr>
        <p:spPr>
          <a:xfrm>
            <a:off x="1138428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6" name="Oval 255"/>
          <p:cNvSpPr/>
          <p:nvPr/>
        </p:nvSpPr>
        <p:spPr>
          <a:xfrm>
            <a:off x="11887200" y="10058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7" name="Oval 256"/>
          <p:cNvSpPr/>
          <p:nvPr/>
        </p:nvSpPr>
        <p:spPr>
          <a:xfrm>
            <a:off x="11887200" y="15087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8" name="Oval 257"/>
          <p:cNvSpPr/>
          <p:nvPr/>
        </p:nvSpPr>
        <p:spPr>
          <a:xfrm>
            <a:off x="11887200" y="20116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9" name="Oval 258"/>
          <p:cNvSpPr/>
          <p:nvPr/>
        </p:nvSpPr>
        <p:spPr>
          <a:xfrm>
            <a:off x="11887200" y="25146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0" name="Oval 259"/>
          <p:cNvSpPr/>
          <p:nvPr/>
        </p:nvSpPr>
        <p:spPr>
          <a:xfrm>
            <a:off x="11887200" y="30175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1" name="Oval 260"/>
          <p:cNvSpPr/>
          <p:nvPr/>
        </p:nvSpPr>
        <p:spPr>
          <a:xfrm>
            <a:off x="11887200" y="35204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2" name="Oval 261"/>
          <p:cNvSpPr/>
          <p:nvPr/>
        </p:nvSpPr>
        <p:spPr>
          <a:xfrm>
            <a:off x="11887200" y="402336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3" name="Oval 262"/>
          <p:cNvSpPr/>
          <p:nvPr/>
        </p:nvSpPr>
        <p:spPr>
          <a:xfrm>
            <a:off x="11887200" y="452628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4" name="Oval 263"/>
          <p:cNvSpPr/>
          <p:nvPr/>
        </p:nvSpPr>
        <p:spPr>
          <a:xfrm>
            <a:off x="11887200" y="502920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5" name="Oval 264"/>
          <p:cNvSpPr/>
          <p:nvPr/>
        </p:nvSpPr>
        <p:spPr>
          <a:xfrm>
            <a:off x="11887200" y="553212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6" name="Oval 265"/>
          <p:cNvSpPr/>
          <p:nvPr/>
        </p:nvSpPr>
        <p:spPr>
          <a:xfrm>
            <a:off x="11887200" y="6035040"/>
            <a:ext cx="27432" cy="27432"/>
          </a:xfrm>
          <a:prstGeom prst="ellipse">
            <a:avLst/>
          </a:prstGeom>
          <a:solidFill>
            <a:srgbClr val="1220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7" name="Rectangle 266"/>
          <p:cNvSpPr/>
          <p:nvPr/>
        </p:nvSpPr>
        <p:spPr>
          <a:xfrm>
            <a:off x="0" y="0"/>
            <a:ext cx="12191695" cy="868680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8" name="Rectangle 267"/>
          <p:cNvSpPr/>
          <p:nvPr/>
        </p:nvSpPr>
        <p:spPr>
          <a:xfrm>
            <a:off x="0" y="813816"/>
            <a:ext cx="12191695" cy="2743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9" name="Rectangle 268"/>
          <p:cNvSpPr/>
          <p:nvPr/>
        </p:nvSpPr>
        <p:spPr>
          <a:xfrm>
            <a:off x="0" y="841248"/>
            <a:ext cx="12191695" cy="2743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0" name="TextBox 269"/>
          <p:cNvSpPr txBox="1"/>
          <p:nvPr/>
        </p:nvSpPr>
        <p:spPr>
          <a:xfrm>
            <a:off x="594360" y="137160"/>
            <a:ext cx="11002975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3200" b="1">
                <a:solidFill>
                  <a:srgbClr val="E6F0FA"/>
                </a:solidFill>
                <a:latin typeface="Noto Naskh Arabic"/>
              </a:rPr>
              <a:t>مشاريعي الأساسية</a:t>
            </a:r>
          </a:p>
        </p:txBody>
      </p:sp>
      <p:sp>
        <p:nvSpPr>
          <p:cNvPr id="271" name="TextBox 270"/>
          <p:cNvSpPr txBox="1"/>
          <p:nvPr/>
        </p:nvSpPr>
        <p:spPr>
          <a:xfrm>
            <a:off x="594360" y="566928"/>
            <a:ext cx="11002975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600">
                <a:solidFill>
                  <a:srgbClr val="A0B9D2"/>
                </a:solidFill>
                <a:latin typeface="Noto Naskh Arabic"/>
              </a:rPr>
              <a:t>Quick scan</a:t>
            </a:r>
          </a:p>
        </p:txBody>
      </p:sp>
      <p:sp>
        <p:nvSpPr>
          <p:cNvPr id="272" name="Rounded Rectangle 271"/>
          <p:cNvSpPr/>
          <p:nvPr/>
        </p:nvSpPr>
        <p:spPr>
          <a:xfrm>
            <a:off x="822960" y="1417320"/>
            <a:ext cx="5669280" cy="14173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3" name="Rectangle 272"/>
          <p:cNvSpPr/>
          <p:nvPr/>
        </p:nvSpPr>
        <p:spPr>
          <a:xfrm>
            <a:off x="822960" y="1417320"/>
            <a:ext cx="566928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4" name="TextBox 273"/>
          <p:cNvSpPr txBox="1"/>
          <p:nvPr/>
        </p:nvSpPr>
        <p:spPr>
          <a:xfrm>
            <a:off x="1051560" y="155448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ARC Platform / MRF‑X</a:t>
            </a:r>
          </a:p>
        </p:txBody>
      </p:sp>
      <p:sp>
        <p:nvSpPr>
          <p:cNvPr id="275" name="TextBox 274"/>
          <p:cNvSpPr txBox="1"/>
          <p:nvPr/>
        </p:nvSpPr>
        <p:spPr>
          <a:xfrm>
            <a:off x="1051560" y="198424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نواة تشغيل موحدة (Data/Workflows/Agents/Reports)</a:t>
            </a:r>
          </a:p>
        </p:txBody>
      </p:sp>
      <p:sp>
        <p:nvSpPr>
          <p:cNvPr id="276" name="Rounded Rectangle 275"/>
          <p:cNvSpPr/>
          <p:nvPr/>
        </p:nvSpPr>
        <p:spPr>
          <a:xfrm>
            <a:off x="822960" y="3063240"/>
            <a:ext cx="5669280" cy="14173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7" name="Rectangle 276"/>
          <p:cNvSpPr/>
          <p:nvPr/>
        </p:nvSpPr>
        <p:spPr>
          <a:xfrm>
            <a:off x="822960" y="3063240"/>
            <a:ext cx="566928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8" name="TextBox 277"/>
          <p:cNvSpPr txBox="1"/>
          <p:nvPr/>
        </p:nvSpPr>
        <p:spPr>
          <a:xfrm>
            <a:off x="1051560" y="320040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Seventh Shadow</a:t>
            </a:r>
          </a:p>
        </p:txBody>
      </p:sp>
      <p:sp>
        <p:nvSpPr>
          <p:cNvPr id="279" name="TextBox 278"/>
          <p:cNvSpPr txBox="1"/>
          <p:nvPr/>
        </p:nvSpPr>
        <p:spPr>
          <a:xfrm>
            <a:off x="1051560" y="363016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حوكمة القرار + بوابات + سجل تدقيق</a:t>
            </a:r>
          </a:p>
        </p:txBody>
      </p:sp>
      <p:sp>
        <p:nvSpPr>
          <p:cNvPr id="280" name="Rounded Rectangle 279"/>
          <p:cNvSpPr/>
          <p:nvPr/>
        </p:nvSpPr>
        <p:spPr>
          <a:xfrm>
            <a:off x="822960" y="4709160"/>
            <a:ext cx="5669280" cy="14173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1" name="Rectangle 280"/>
          <p:cNvSpPr/>
          <p:nvPr/>
        </p:nvSpPr>
        <p:spPr>
          <a:xfrm>
            <a:off x="822960" y="4709160"/>
            <a:ext cx="566928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2" name="TextBox 281"/>
          <p:cNvSpPr txBox="1"/>
          <p:nvPr/>
        </p:nvSpPr>
        <p:spPr>
          <a:xfrm>
            <a:off x="1051560" y="4846320"/>
            <a:ext cx="521208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Clone Hub</a:t>
            </a:r>
          </a:p>
        </p:txBody>
      </p:sp>
      <p:sp>
        <p:nvSpPr>
          <p:cNvPr id="283" name="TextBox 282"/>
          <p:cNvSpPr txBox="1"/>
          <p:nvPr/>
        </p:nvSpPr>
        <p:spPr>
          <a:xfrm>
            <a:off x="1051560" y="5276088"/>
            <a:ext cx="521208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قوالب تسليم + White‑Label + تسريع</a:t>
            </a:r>
          </a:p>
        </p:txBody>
      </p:sp>
      <p:sp>
        <p:nvSpPr>
          <p:cNvPr id="284" name="Rounded Rectangle 283"/>
          <p:cNvSpPr/>
          <p:nvPr/>
        </p:nvSpPr>
        <p:spPr>
          <a:xfrm>
            <a:off x="6720840" y="1417320"/>
            <a:ext cx="4663440" cy="196596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5" name="Rectangle 284"/>
          <p:cNvSpPr/>
          <p:nvPr/>
        </p:nvSpPr>
        <p:spPr>
          <a:xfrm>
            <a:off x="6720840" y="1417320"/>
            <a:ext cx="466344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6" name="TextBox 285"/>
          <p:cNvSpPr txBox="1"/>
          <p:nvPr/>
        </p:nvSpPr>
        <p:spPr>
          <a:xfrm>
            <a:off x="6949440" y="155448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X‑Bio Sentinel</a:t>
            </a:r>
          </a:p>
        </p:txBody>
      </p:sp>
      <p:sp>
        <p:nvSpPr>
          <p:cNvPr id="287" name="TextBox 286"/>
          <p:cNvSpPr txBox="1"/>
          <p:nvPr/>
        </p:nvSpPr>
        <p:spPr>
          <a:xfrm>
            <a:off x="6949440" y="1984248"/>
            <a:ext cx="4206240" cy="12344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استشعار بيئي‑صحي + تنبيهات + تقارير</a:t>
            </a:r>
          </a:p>
        </p:txBody>
      </p:sp>
      <p:sp>
        <p:nvSpPr>
          <p:cNvPr id="288" name="Rounded Rectangle 287"/>
          <p:cNvSpPr/>
          <p:nvPr/>
        </p:nvSpPr>
        <p:spPr>
          <a:xfrm>
            <a:off x="6720840" y="3611880"/>
            <a:ext cx="4663440" cy="160020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9" name="Rectangle 288"/>
          <p:cNvSpPr/>
          <p:nvPr/>
        </p:nvSpPr>
        <p:spPr>
          <a:xfrm>
            <a:off x="6720840" y="3611880"/>
            <a:ext cx="4663440" cy="7315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0" name="TextBox 289"/>
          <p:cNvSpPr txBox="1"/>
          <p:nvPr/>
        </p:nvSpPr>
        <p:spPr>
          <a:xfrm>
            <a:off x="6949440" y="374904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X‑Book</a:t>
            </a:r>
          </a:p>
        </p:txBody>
      </p:sp>
      <p:sp>
        <p:nvSpPr>
          <p:cNvPr id="291" name="TextBox 290"/>
          <p:cNvSpPr txBox="1"/>
          <p:nvPr/>
        </p:nvSpPr>
        <p:spPr>
          <a:xfrm>
            <a:off x="6949440" y="4178808"/>
            <a:ext cx="4206240" cy="868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إخراج كتب احترافية (PDF/DOCX/EPUB)</a:t>
            </a:r>
          </a:p>
        </p:txBody>
      </p:sp>
      <p:sp>
        <p:nvSpPr>
          <p:cNvPr id="292" name="Rounded Rectangle 291"/>
          <p:cNvSpPr/>
          <p:nvPr/>
        </p:nvSpPr>
        <p:spPr>
          <a:xfrm>
            <a:off x="6720840" y="5394960"/>
            <a:ext cx="4663440" cy="731520"/>
          </a:xfrm>
          <a:prstGeom prst="roundRect">
            <a:avLst/>
          </a:prstGeom>
          <a:solidFill>
            <a:srgbClr val="0A121E"/>
          </a:solidFill>
          <a:ln>
            <a:solidFill>
              <a:srgbClr val="1E3C5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3" name="Rectangle 292"/>
          <p:cNvSpPr/>
          <p:nvPr/>
        </p:nvSpPr>
        <p:spPr>
          <a:xfrm>
            <a:off x="6720840" y="5394960"/>
            <a:ext cx="4663440" cy="73152"/>
          </a:xfrm>
          <a:prstGeom prst="rect">
            <a:avLst/>
          </a:prstGeom>
          <a:solidFill>
            <a:srgbClr val="00FFC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4" name="TextBox 293"/>
          <p:cNvSpPr txBox="1"/>
          <p:nvPr/>
        </p:nvSpPr>
        <p:spPr>
          <a:xfrm>
            <a:off x="6949440" y="5532120"/>
            <a:ext cx="4206240" cy="4114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800" b="1">
                <a:solidFill>
                  <a:srgbClr val="E6F0FA"/>
                </a:solidFill>
                <a:latin typeface="Noto Naskh Arabic"/>
              </a:rPr>
              <a:t>الثلاثية</a:t>
            </a:r>
          </a:p>
        </p:txBody>
      </p:sp>
      <p:sp>
        <p:nvSpPr>
          <p:cNvPr id="295" name="TextBox 294"/>
          <p:cNvSpPr txBox="1"/>
          <p:nvPr/>
        </p:nvSpPr>
        <p:spPr>
          <a:xfrm>
            <a:off x="6949440" y="5961888"/>
            <a:ext cx="4206240" cy="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500">
                <a:solidFill>
                  <a:srgbClr val="A0B9D2"/>
                </a:solidFill>
                <a:latin typeface="Noto Naskh Arabic"/>
              </a:rPr>
              <a:t>أصل حقوق وهوية فكرية</a:t>
            </a:r>
          </a:p>
        </p:txBody>
      </p:sp>
      <p:sp>
        <p:nvSpPr>
          <p:cNvPr id="296" name="Rectangle 295"/>
          <p:cNvSpPr/>
          <p:nvPr/>
        </p:nvSpPr>
        <p:spPr>
          <a:xfrm>
            <a:off x="0" y="6510528"/>
            <a:ext cx="12191695" cy="347472"/>
          </a:xfrm>
          <a:prstGeom prst="rect">
            <a:avLst/>
          </a:prstGeom>
          <a:solidFill>
            <a:srgbClr val="0C142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7" name="Rectangle 296"/>
          <p:cNvSpPr/>
          <p:nvPr/>
        </p:nvSpPr>
        <p:spPr>
          <a:xfrm>
            <a:off x="0" y="6510528"/>
            <a:ext cx="137160" cy="347472"/>
          </a:xfrm>
          <a:prstGeom prst="rect">
            <a:avLst/>
          </a:prstGeom>
          <a:solidFill>
            <a:srgbClr val="00AA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8" name="TextBox 297"/>
          <p:cNvSpPr txBox="1"/>
          <p:nvPr/>
        </p:nvSpPr>
        <p:spPr>
          <a:xfrm>
            <a:off x="274320" y="6565392"/>
            <a:ext cx="11643055" cy="237744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r"/>
            <a:r>
              <a:rPr sz="1200">
                <a:solidFill>
                  <a:srgbClr val="A0B9D2"/>
                </a:solidFill>
                <a:latin typeface="Noto Naskh Arabic"/>
              </a:rPr>
              <a:t>MRF | Landing – v4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