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MRF | ملف إنجاز سيادي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مركز الإقامة المميزة | Cyber‑Tech v4</a:t>
            </a:r>
          </a:p>
        </p:txBody>
      </p:sp>
      <p:pic>
        <p:nvPicPr>
          <p:cNvPr id="272" name="Picture 271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273" name="Rounded Rectangle 272"/>
          <p:cNvSpPr/>
          <p:nvPr/>
        </p:nvSpPr>
        <p:spPr>
          <a:xfrm>
            <a:off x="6035040" y="14173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35040" y="14173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263640" y="15544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الهوية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63640" y="1984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سيادي • قابل للتقديم • قابل للتوسع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6035040" y="27889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035040" y="27889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263640" y="2926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التميّز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263640" y="3355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Platform + Governance + IoT + IP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035040" y="41605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035040" y="41605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263640" y="4297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الجاهزية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26364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خطة 90 يوم + طيار + تقرير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Premium Residency – Cyber‑Tech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الأصول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Asset Map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ARC / MRF‑X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Seventh Shadow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X‑Bio Sentinel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Clone Hub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X‑Book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الثلاثية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Premium Residency – Cyber‑Tech 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الأثر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Impact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حوكمة قرار قابلة للتدقيق.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تقليل مخاطر التشغيل.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قياس بيئي‑صحي وتحويله إلى تنبيه/مهمة.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جاهزية طيار داخل المملكة.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Premium Residency – Cyber‑Tech v4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الجاهزية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Readiness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Decks منظمة.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خطة 90 يوم.</a:t>
            </a:r>
          </a:p>
          <a:p>
            <a:pPr algn="r">
              <a:defRPr sz="2200">
                <a:solidFill>
                  <a:srgbClr val="E6F0FA"/>
                </a:solidFill>
                <a:latin typeface="Noto Naskh Arabic"/>
              </a:defRPr>
            </a:pPr>
            <a:r>
              <a:t>تقرير أثر رسمي.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Premium Residency – Cyber‑Tech 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