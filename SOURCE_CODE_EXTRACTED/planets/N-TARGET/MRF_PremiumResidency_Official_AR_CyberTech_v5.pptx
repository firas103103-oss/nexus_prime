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MRF | ملف داعم للإقامة المميزة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صياغة رسمية موجّهة وفق الغرض | Cyber‑Tech v5</a:t>
            </a:r>
          </a:p>
        </p:txBody>
      </p:sp>
      <p:pic>
        <p:nvPicPr>
          <p:cNvPr id="272" name="Picture 271" descr="portfolio_v2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120640" cy="5120640"/>
          </a:xfrm>
          <a:prstGeom prst="rect">
            <a:avLst/>
          </a:prstGeom>
        </p:spPr>
      </p:pic>
      <p:sp>
        <p:nvSpPr>
          <p:cNvPr id="273" name="Rounded Rectangle 272"/>
          <p:cNvSpPr/>
          <p:nvPr/>
        </p:nvSpPr>
        <p:spPr>
          <a:xfrm>
            <a:off x="6035040" y="1417320"/>
            <a:ext cx="5486400" cy="11887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035040" y="1417320"/>
            <a:ext cx="548640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6263640" y="15544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الرسالة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263640" y="19842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ملف داعم للأهلية: أصول قابلة للتوثيق + أثر + جاهزية تنفيذ.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6035040" y="2788920"/>
            <a:ext cx="5486400" cy="11887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6035040" y="2788920"/>
            <a:ext cx="548640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6263640" y="29260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نطاق الأصول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263640" y="33558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Platform + Governance + IoT + Publishing/IP</a:t>
            </a:r>
          </a:p>
        </p:txBody>
      </p:sp>
      <p:sp>
        <p:nvSpPr>
          <p:cNvPr id="281" name="Rounded Rectangle 280"/>
          <p:cNvSpPr/>
          <p:nvPr/>
        </p:nvSpPr>
        <p:spPr>
          <a:xfrm>
            <a:off x="6035040" y="4160520"/>
            <a:ext cx="5486400" cy="11887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6035040" y="4160520"/>
            <a:ext cx="548640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6263640" y="42976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الخطة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263640" y="47274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Pilot داخل المملكة خلال 90 يوم + تقرير أثر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الإقامة المميزة – v5 | الخط: Noto Naskh Arabic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الغرض من الملف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ماذا يقدّم هذا الملف للجهة؟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تقديم محفظة أصول فكرية وتقنية قابلة للتوثيق (IP + منصات + أجهزة + محتوى).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إبراز أثر واضح داخل المملكة: حوكمة رقمية، تشغيل، قياس، ومخرجات قابلة للعرض.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إظهار الجاهزية: وثائق + عروض + خطة تنفيذ (90 يوم) + مؤشرات أثر.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الإقامة المميزة – v5 | الخط: Noto Naskh Arabic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الصفة المهنية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Profile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mr.F (MRF103) — مؤسس ومنفّذ منظومة سيادية رقمية متعددة الطبقات.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خبرة: بناء نماذج تشغيل/حوكمة ودمج IoT وتحويل البيانات إلى قرارات قابلة للتدقيق.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هدف داخل السعودية: منتجات قابلة للترخيص + شراكات طيار + نقل معرفة.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الإقامة المميزة – v5 | الخط: Noto Naskh Arabic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المحفظة (Portfolio)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أصول قابلة للتقديم والتوثيق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822960" y="1417320"/>
            <a:ext cx="5669280" cy="123444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822960" y="1417320"/>
            <a:ext cx="566928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1051560" y="155448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ARC / MRF‑X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051560" y="198424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نواة تشغيل سيادية (Workflows/Agents/Reports/Data)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822960" y="2788920"/>
            <a:ext cx="5669280" cy="123444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822960" y="2788920"/>
            <a:ext cx="566928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051560" y="292608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Seventh Shadow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051560" y="335584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حوكمة قرار + بوابات + سجل تدقيق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822960" y="4160520"/>
            <a:ext cx="5669280" cy="123444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822960" y="4160520"/>
            <a:ext cx="566928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1051560" y="429768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Clone Hub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051560" y="472744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قوالب White‑Label + تسريع تسليم المشاريع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6720840" y="1417320"/>
            <a:ext cx="4663440" cy="160020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6720840" y="1417320"/>
            <a:ext cx="466344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6949440" y="1554480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X‑Bio Sentinel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6949440" y="1984248"/>
            <a:ext cx="4206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استشعار بيئي‑صحي + تنبيهات + تقارير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6720840" y="3246120"/>
            <a:ext cx="4663440" cy="132588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6720840" y="3246120"/>
            <a:ext cx="466344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6949440" y="3383280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X‑Book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6949440" y="3813048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إخراج نشر احترافي (PDF/DOCX/EPUB)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6720840" y="4754880"/>
            <a:ext cx="4663440" cy="9601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6720840" y="4754880"/>
            <a:ext cx="466344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6949440" y="4892040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الثلاثية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6949440" y="5321808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أصل حقوق وهوية فكرية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الإقامة المميزة – v5 | الخط: Noto Naskh Arabic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الأدلة والملكية الفكرية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Evidence &amp; IP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مصنفات برمجية: ARC/MRF‑X, Seventh Shadow, Clone Hub, X‑Book (وغيرها).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مصنفات أدبية/فكرية: ثلاثية مترابطة (DNA معرفي وتشغيلي).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مخرجات داعمة: وثائق معمارية، نماذج أولية، عروض، لقطات واجهات، أدلة استخدام.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الإقامة المميزة – v5 | الخط: Noto Naskh Arabic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الامتثال والحوكمة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Compliance &amp; Governance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منهجية قرار: ASK → BUILD → EXECUTE مع سجل تدقيق وتتبّع تغييرات.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تصميم سيادي للبيانات: صلاحيات، فصل أدوار، توثيق، ومخرجات قابلة للأرشفة.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فصل الملكية والحقوق عند التخصيص والشراكات عبر وثائق/ترخيص واضح.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الإقامة المميزة – v5 | الخط: Noto Naskh Arabic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القيمة داخل المملكة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Value in KSA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رفع كفاءة التشغيل وتقليل الفوضى الرقمية عبر مركز قيادة موحّد.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دعم الامتثال بالحوكمة والتوثيق (Auditability).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قياس بيئي‑صحي وتحويل البيانات إلى تنبيه/مهمة/تقرير (X‑Bio Sentinel).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محتوى معرفي قابل للتدريب والترخيص يدعم الاقتصاد المعرفي.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الإقامة المميزة – v5 | الخط: Noto Naskh Arabic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خطة 90 يوم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Pilot &amp; Impact Plan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822960" y="1417320"/>
            <a:ext cx="10881360" cy="14173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822960" y="1417320"/>
            <a:ext cx="1088136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1051560" y="155448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0–30 يوم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051560" y="1984248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توثيق الأصول + تجهيز المرفقات + تحديد جهة/شريك طيار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822960" y="2971800"/>
            <a:ext cx="10881360" cy="14173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822960" y="2971800"/>
            <a:ext cx="1088136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051560" y="310896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31–60 يوم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051560" y="3538728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تشغيل ARC + تفعيل الحوكمة + دمج تقارير/تنبيه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822960" y="4526280"/>
            <a:ext cx="10881360" cy="14173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822960" y="4526280"/>
            <a:ext cx="1088136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1051560" y="466344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61–90 يوم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051560" y="5093208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تقرير أثر رسمي + تثبيت التسعير/الترخيص + خطة توسعة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الإقامة المميزة – v5 | الخط: Noto Naskh Arabic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مؤشرات أثر مقترحة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Impact KPIs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تقليل زمن اتخاذ القرار (Lead time).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رفع نسبة الالتزام بخطوات القرار (Governance adherence).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تحسين جودة التقارير والشفافية (Audit readiness).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مؤشرات جودة/بيئة (حسب السيناريو) عبر X‑Bio.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الإقامة المميزة – v5 | الخط: Noto Naskh Arabic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المرفقات المقترحة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Suggested Attachments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نسخ PPT/PDF للعروض + ملخص تنفيذي صفحة واحدة.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ملخص تقني: Architecture / Modules / Data Flow.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عينات مصنفات/أدلة/لقطات واجهات.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خطة تشغيل 90 يوم + مؤشرات أثر.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الإقامة المميزة – v5 | الخط: Noto Naskh Arabic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تنبيه مهني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Disclaimers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هذا الملف تعريفي/تشغيلي ولا يُعد استشارة قانونية.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أي متطلبات تنظيمية تفصيلية تُستكمل حسب القنوات الرسمية للجهة المختصة.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الإقامة المميزة – v5 | الخط: Noto Naskh Arabic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